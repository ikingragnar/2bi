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36576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0652760" y="1828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27080" y="3657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8961120" y="1280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Studio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IN-COMPANY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In-Company VIP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Estandarización, gobierno de datos y capacitación corporativa.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31520" y="4434840"/>
            <a:ext cx="2743200" cy="0"/>
          </a:xfrm>
          <a:prstGeom prst="line">
            <a:avLst/>
          </a:prstGeom>
          <a:noFill/>
          <a:ln w="38100">
            <a:solidFill>
              <a:srgbClr val="2F6F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sesiones  ·  64 horas  ·  $25,000 - $60,000 MXN (cotización personalizada)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989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  ·  guillermorc44@gmail.com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Power BI instalado.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herramienta no te está pagando lo que debería.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25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equipo BI tiene niveles desiguales: cada uno hace dashboards a su manera.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040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estándares, los reportes inconsistentes pierden credibilidad ejecutiva.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325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nuevo analista tarda meses en producir algo realmente útil.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55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55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7040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tienes documentación viva: cuando alguien renuncia, su conocimiento se va con él.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325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Premium / Power BI Premium ya está pagado, pero la organización no lo aprovecha.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55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55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040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pide insights "mejores y más rápidos" — y BI no escala.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In-Company VIP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incómoda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herramienta sin método multiplica el caos.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es una palanca brutal — pero solo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equipo comparte un estándar.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10972800" cy="1737360"/>
          </a:xfrm>
          <a:prstGeom prst="roundRect">
            <a:avLst>
              <a:gd name="adj" fmla="val 7895"/>
            </a:avLst>
          </a:prstGeom>
          <a:solidFill>
            <a:srgbClr val="15406B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480560"/>
            <a:ext cx="2560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meses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3474720" y="4617720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tarda en promedio un nuevo analista en producir un dashboard útil — sin método. Con un estándar 2BI, ese mismo analista produce algo entregable en 4 semanas.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transformar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programa  →  Después del programa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Cada analista hace dashboards a su manera.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Sin estándar de medidas DAX.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Sin governance documentado.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Reportes inconsistentes entre áreas.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Sin pipeline DEV/TEST/PROD.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5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Conocimiento atado a personas.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Power BI Premium subutilizado.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Método 2BI estándar para todo el equipo.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Library de 50+ medidas DAX corporativas.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Documento de Governance firmado.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Reportes consistentes con marca y método único.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00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CI/CD con GitHub Actions operativo.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Conocimiento documentado y transferible.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Capacidad Premium / Power BI Premium explotada al 100%.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2BI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3017520" cy="3017520"/>
          </a:xfrm>
          <a:prstGeom prst="ellipse">
            <a:avLst/>
          </a:prstGeom>
          <a:solidFill>
            <a:srgbClr val="0F1B2D"/>
          </a:solidFill>
          <a:ln w="508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214884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11480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1148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Modelado dimensional y DAX avanzado en producción.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0" y="3657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Query, SQL Server, Firebird, DuckDB, PostgreSQL.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114800" y="41148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Premium, Premium Capacity y Semantic Link.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114800" y="4572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Python (DAX Studio, pandas, Tabular Editor) y AI agents.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5029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Subscriptions, Smart Narrative, orquestación de agentes.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0" y="5486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Datasets reales &gt; 20M filas en proyectos productivos.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te enseñamos Power BI. Te enseñamos a pensar como un arquitecto BI."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 ·  16 sesiones, 64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(Teams/Zoom) o híbrido (1-2 presenciales en CDMX/MTY)  ·  16 sesiones de 4 hrs, 2-3 veces por semana, durante 6-8 semanas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4028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37744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9535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empresarial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3192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83280" y="224028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237744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52044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520440" y="29535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Estandarización metodológica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520440" y="33192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263640" y="224028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00800" y="237744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29535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corporativo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33192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144000" y="224028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281160" y="237744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28116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281160" y="29535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en estrella + Governance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9281160" y="33192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2920" y="370332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" y="384048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08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640080" y="441655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corporativo + Library de medidas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40080" y="478231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383280" y="370332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520440" y="384048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204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3520440" y="441655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Groups + Field Parameters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3520440" y="478231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6263640" y="370332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00800" y="384048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40080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6400800" y="441655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UX/UI corporativo + Tema con marca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400800" y="478231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9144000" y="370332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281160" y="384048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28116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9281160" y="441655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+ BPA + ALM Toolkit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281160" y="478231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502920" y="516636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0080" y="530352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008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49" name="Text 46"/>
          <p:cNvSpPr/>
          <p:nvPr/>
        </p:nvSpPr>
        <p:spPr>
          <a:xfrm>
            <a:off x="640080" y="587959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Service: workspaces, RLS dinámico, Apps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640080" y="62453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383280" y="516636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520440" y="530352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352044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54" name="Text 51"/>
          <p:cNvSpPr/>
          <p:nvPr/>
        </p:nvSpPr>
        <p:spPr>
          <a:xfrm>
            <a:off x="3520440" y="587959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DEV/TEST/PROD + REST API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3520440" y="62453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6263640" y="516636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400800" y="530352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40080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59" name="Text 56"/>
          <p:cNvSpPr/>
          <p:nvPr/>
        </p:nvSpPr>
        <p:spPr>
          <a:xfrm>
            <a:off x="6400800" y="587959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.pbip + TMDL + Git para versionado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6400800" y="62453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9144000" y="516636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281160" y="530352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928116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64" name="Text 61"/>
          <p:cNvSpPr/>
          <p:nvPr/>
        </p:nvSpPr>
        <p:spPr>
          <a:xfrm>
            <a:off x="9281160" y="587959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+ Audit Logs + Compliance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9281160" y="62453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502920" y="662940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40080" y="676656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40080" y="6766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69" name="Text 66"/>
          <p:cNvSpPr/>
          <p:nvPr/>
        </p:nvSpPr>
        <p:spPr>
          <a:xfrm>
            <a:off x="640080" y="734263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ejecutivo de cierre + Handoff 90 días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640080" y="770839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stack metodológico 2BI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no salen en YouTube y que se aprenden únicamente en producción.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Governance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único para tu organización.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6656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DAX corporativa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medidas estandarizadas.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con tu marca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Coherencia visual 100% corporativa.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BPA reglas custom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adaptadas a tu metodología.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+ GitHub Actions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productivo desde día 1.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76656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Capacity con tu capacity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Aprovechamos lo que ya tienes.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ejecutivo de cierre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Buy-in directo de C-level.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76656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90 días con SLA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&lt; 24 hrs hábiles.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9728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Certificación 2BI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9728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físico + digital con QR.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76656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 trimestral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Power BI Premium/Power BI cada quarter.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corporativo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tu equipo entrega a la organización al cierre del programa.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Governance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páginas: principios, nomenclatura, BPA, deploy.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DAX corporativa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48056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medidas estandarizadas para toda la organización.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con tu marca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corporativo + tema JSON con tu paleta.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8580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productivo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8580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dataflows, pipeline DEV/TEST/PROD operativo.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2628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12 meses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48056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estratégico aprobado por dirección.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2104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827532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certificado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27532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participante con certificación 2BI.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recibes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clases. Activos digitales que vas a usar por años.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228600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33172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0020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sesiones grupales de 4 hrs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0020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horas de capacitación técnica intensiva.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72200" y="228600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228600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46520" y="233172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6948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empresarial inicial gratuito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26948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hrs de audit a tu arquitectura BI actual.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15468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15468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20040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00200" y="329184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corporativas customizadas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600200" y="36576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corporativo + tema con tu marca.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72200" y="315468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15468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46520" y="320040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69480" y="329184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de DAX corporativa (50+ medidas)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269480" y="36576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de medidas para tu organización.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402336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402336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724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600200" y="4160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mentor 1:1 por participante (4 hrs)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600200" y="4526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Acompañamiento personalizado por colaborador.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172200" y="402336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72200" y="402336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269480" y="4160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90 días post-implementación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7269480" y="4526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Teams. SLA: respuesta &lt;24 hrs hábiles.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02920" y="489204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489204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77240" y="493776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600200" y="50292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Certificación 2BI por participante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600200" y="53949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físico + digital con QR de validación.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6172200" y="489204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72200" y="489204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446520" y="493776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4652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7269480" y="50292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ejecutivo de cierre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269480" y="53949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hrs con dirección: roadmap BI corporativo a 12 meses.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502920" y="576072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2920" y="576072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7240" y="580644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77724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58" name="Text 55"/>
          <p:cNvSpPr/>
          <p:nvPr/>
        </p:nvSpPr>
        <p:spPr>
          <a:xfrm>
            <a:off x="1600200" y="58978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Governance de Datos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1600200" y="626364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páginas de buenas prácticas + diagrama de arquitectura.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exclusivos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confirmas el pago en los próximos 7 días, recibes además: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1 — Audit gratuito de arquitectura BI (antes de firmar)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costo, sin compromiso. Te entregamos hallazgos accionables aunque no contrates.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$7,500 MXN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2 — Setup gratuito de Power BI Service workspace + Pipelines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profesional de workspace, Apps, Pipelines DEV/TEST/PROD y RLS dinámico.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3063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$12,000 MXN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3 — 1 sesión ejecutiva con C-level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minutos con CFO/CIO sobre ROI y métricas de éxito.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$5,000 MXN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120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4 — Newsletter trimestral de updates 2BI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5577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equipo recibe novedades y best practices de Power BI cada quarter.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0" y="5349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recurrente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total de los bonos: $24,500 MXN  ·  Incluido sin costo si confirmas en 7 días.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10332720" cy="539496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50800">
            <a:solidFill>
              <a:srgbClr val="2F6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de satisfacción al cierre. Si la dirección no aprueba el resultado en el workshop final, refinamos sin costo adicional hasta 4 hrs extra.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4023360"/>
            <a:ext cx="3931920" cy="0"/>
          </a:xfrm>
          <a:prstGeom prst="line">
            <a:avLst/>
          </a:prstGeom>
          <a:noFill/>
          <a:ln w="38100">
            <a:solidFill>
              <a:srgbClr val="2F6F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justificaciones. Sin papeleo. Sin condiciones letra chica.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Asumo el riesgo yo, no tú. Si invertimos en ti, tú confías en mí — y yo confío en mi método.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Más del 90% de nuestros alumnos completan el programa.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 empresarial. Anticipo 50% + 50% al cierre. Soporta SAT, NDA y contrato de servicios.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43200" y="2377440"/>
            <a:ext cx="6675120" cy="3840480"/>
          </a:xfrm>
          <a:prstGeom prst="roundRect">
            <a:avLst>
              <a:gd name="adj" fmla="val 4762"/>
            </a:avLst>
          </a:prstGeom>
          <a:solidFill>
            <a:srgbClr val="0F1B2D"/>
          </a:solidFill>
          <a:ln w="50800">
            <a:solidFill>
              <a:srgbClr val="2F6F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0" y="26060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IN-COMPANY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0" y="30632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In-Company VIP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743200" y="36118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$25,000 - $60,000 MXN (cotización personalizada)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2743200" y="47091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aprox. $1,400 - $3,300 USD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846320" y="5120640"/>
            <a:ext cx="2468880" cy="0"/>
          </a:xfrm>
          <a:prstGeom prst="line">
            <a:avLst/>
          </a:prstGeom>
          <a:noFill/>
          <a:ln w="25400">
            <a:solidFill>
              <a:srgbClr val="2F6F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0" y="53492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sesiones  ·  64 horas  ·  Online (Teams/Zoom) o híbrido (1-2 presenciales en CDMX/MTY)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43200" y="5715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con tus datos incluido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organizacional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matemáticas frías: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tiempo para crear un dashboard nuevo después del programa.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hrs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2636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recuperado por equipo al estandarizar y automatizar.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$120K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59436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MXN/año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01752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oportunidad de un equipo BI sin estándar (3 personas).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meses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626364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68680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promedio en recuperar la inversión vía productividad del equipo.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método 2BI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(anonimizados) del método aplicado en producción.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–60%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creación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45920" y="3703320"/>
            <a:ext cx="1463040" cy="0"/>
          </a:xfrm>
          <a:prstGeom prst="line">
            <a:avLst/>
          </a:prstGeom>
          <a:noFill/>
          <a:ln w="25400">
            <a:solidFill>
              <a:srgbClr val="2F6F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BI de 4 personas redujo el tiempo de crear un dashboard nuevo de 3 semanas a 1 semana después del programa.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+$280K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2628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ahorrados/año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703320"/>
            <a:ext cx="1463040" cy="0"/>
          </a:xfrm>
          <a:prstGeom prst="line">
            <a:avLst/>
          </a:prstGeom>
          <a:noFill/>
          <a:ln w="25400">
            <a:solidFill>
              <a:srgbClr val="2F6F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Estandarización eliminó retrabajo y automatizó refresh manual: 35 hrs/semana recuperadas.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adopción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3703320"/>
            <a:ext cx="1463040" cy="0"/>
          </a:xfrm>
          <a:prstGeom prst="line">
            <a:avLst/>
          </a:prstGeom>
          <a:noFill/>
          <a:ln w="25400">
            <a:solidFill>
              <a:srgbClr val="2F6F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analistas certificados. Documento de Governance firmado por CIO. Roadmap aprobado por CFO.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Tu caso de éxito puede ser el siguiente.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¿In-Company VIP es para ti?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si tú...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equipo BI de 2-5 personas.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Necesitas estandarizar metodología.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Power BI Premium o Power BI Premium subutilizado.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448056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Buscas reducir dependencia de personas clave.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5029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documentar conocimiento corporativo.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55778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presupuesto &gt; $25K MXN para capacitación.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si tú...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Solo eres 1 persona (toma Estándar o Premium).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347472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tienes presupuesto corporativo.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411480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tienes apoyo ejecutivo para el proyecto.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46520" y="475488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Esperas implementación de proyecto BI completo (es cotización aparte).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arrancamos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gratuito de arquitectura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hrs sin compromiso. Te entregamos hallazgos accionables.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 personalizada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08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con scope, calendario y SLA.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66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 + anticipo 50%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977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servicios + NDA + factura empresarial.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80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4348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4 hrs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Identificamos brechas y customizamos currículo.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303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en menos de 14 días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54480" y="5715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sesiones programadas. Comienza la capacitación.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50000"/>
            </a:avLst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126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con "AUDIT" y agendamos esta semana.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2BI y no otro curso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con datos reales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genérico. Trabajamos con TUS datos desde el día 1.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Hacks de producción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8056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que no aparece en YouTube ni en Udemy.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9244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real post-curso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dejamos solo. Soporte WhatsApp con respuesta &lt; 24 hrs.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Editor, DAX Studio, .pbip + Git desde día 1.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9768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48056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DAX documentados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48056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reutilizable que usarás por años.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9244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2104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104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27532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27532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aprendes. Te enseñamos a cobrar lo que vales.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un equipo BI promedio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 equipo BI extraordinario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método estándar.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3931920" cy="0"/>
          </a:xfrm>
          <a:prstGeom prst="line">
            <a:avLst/>
          </a:prstGeom>
          <a:noFill/>
          <a:ln w="38100">
            <a:solidFill>
              <a:srgbClr val="2F6F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guillermorc44@gmail.com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In-Company VIP  ·  Propuesta válida 7 días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2BI · Business Intelligence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2BI — In-Company VIP</dc:title>
  <dc:subject>PptxGenJS Presentation</dc:subject>
  <dc:creator>2BI</dc:creator>
  <cp:lastModifiedBy>2BI</cp:lastModifiedBy>
  <cp:revision>1</cp:revision>
  <dcterms:created xsi:type="dcterms:W3CDTF">2026-05-08T03:37:42Z</dcterms:created>
  <dcterms:modified xsi:type="dcterms:W3CDTF">2026-05-08T03:37:42Z</dcterms:modified>
</cp:coreProperties>
</file>