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3657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65276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27080" y="3657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96112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Studio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IN-COMPANY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In-Company VIP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Estandarización, gobierno de datos y capacitación corporativa.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2743200" cy="0"/>
          </a:xfrm>
          <a:prstGeom prst="line">
            <a:avLst/>
          </a:prstGeom>
          <a:noFill/>
          <a:ln w="38100">
            <a:solidFill>
              <a:srgbClr val="2F6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sesiones  ·  64 horas  ·  $25,000 - $60,000 MXN (cotización personalizada)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  ·  guillermorc44@gmail.com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Power BI instalado.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herramienta no te está pagando lo que debería.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25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BI tiene niveles desiguales: cada uno hace dashboards a su manera.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40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estándares, los reportes inconsistentes pierden credibilidad ejecutiva.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325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nuevo analista tarda meses en producir algo realmente útil.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040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tienes documentación viva: cuando alguien renuncia, su conocimiento se va con él.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325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Premium / Fabric ya está pagado, pero la organización no lo aprovecha.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55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7040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pide insights "mejores y más rápidos" — y BI no escala.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In-Company VIP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incómoda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sin método multiplica el caos.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es una palanca brutal — pero solo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equipo comparte un estándar.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10972800" cy="1737360"/>
          </a:xfrm>
          <a:prstGeom prst="roundRect">
            <a:avLst>
              <a:gd name="adj" fmla="val 7895"/>
            </a:avLst>
          </a:prstGeom>
          <a:solidFill>
            <a:srgbClr val="15406B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805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3474720" y="461772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tarda en promedio un nuevo analista en producir un dashboard útil — sin método. Con un estándar 2BI, ese mismo analista produce algo entregable en 4 semanas.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transformar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programa  →  Después del programa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Cada analista hace dashboards a su manera.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estándar de medidas DAX.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governance documentado.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Reportes inconsistentes entre áreas.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pipeline DEV/TEST/PROD.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Conocimiento atado a personas.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5897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Power BI Premium subutilizado.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Método 2BI estándar para todo el equipo.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Library de 50+ medidas DAX corporativas.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Documento de Governance firmado.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consistentes con marca y método único.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con GitHub Actions operativo.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Conocimiento documentado y transferible.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Capacidad Premium / Fabric explotada al 100%.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2BI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017520" cy="3017520"/>
          </a:xfrm>
          <a:prstGeom prst="ellipse">
            <a:avLst/>
          </a:prstGeom>
          <a:solidFill>
            <a:srgbClr val="0F1B2D"/>
          </a:solidFill>
          <a:ln w="50800">
            <a:solidFill>
              <a:srgbClr val="2F6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214884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41148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1148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Modelado dimensional y DAX avanzado en producción.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Query, SQL Server, Firebird, DuckDB, PostgreSQL.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Microsoft Fabric, Direct Lake y Semantic Link.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4572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Python (sempy, pandas, scikit-learn) y AI agents.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5029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n8n, Anthropic Claude, orquestación de agentes.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0" y="5486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Datasets reales &gt; 20M filas en proyectos productivos.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 enseñamos Power BI. Te enseñamos a pensar como un arquitecto BI."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 ·  16 sesiones, 64 horas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(Teams/Zoom) o híbrido (1-2 presenciales en CDMX/MTY)  ·  16 sesiones de 4 hrs, 2-3 veces por semana, durante 6-8 semanas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40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9535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empresarial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2240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237744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20440" y="29535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metodológica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044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63640" y="2240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0800" y="29535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corporativo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44000" y="2240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237744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811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81160" y="29535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en estrella + Governance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81160" y="33192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02920" y="37033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40080" y="44165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corporativo + Library de medidas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782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383280" y="37033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20440" y="384048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204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520440" y="44165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Groups + Field Parameters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520440" y="4782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263640" y="37033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0" y="384048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400800" y="44165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corporativo + Tema con tu marca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00800" y="4782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144000" y="37033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81160" y="384048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8116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9281160" y="44165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+ Best Practice Analyzer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281160" y="4782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02920" y="51663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640080" y="5879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RLS, Pipelines, REST API, .pbip + Git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40080" y="6245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ses.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383280" y="51663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520440" y="530352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5204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3520440" y="5879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(si aplica)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3520440" y="6245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263640" y="51663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400800" y="530352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0080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6400800" y="5879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ejecutivo de cierre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400800" y="6245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9144000" y="51663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281160" y="5303520"/>
            <a:ext cx="502920" cy="5029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8116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9281160" y="5879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handoff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9281160" y="6245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ses.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stack metodológico 2BI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no salen en YouTube y que se aprenden únicamente en producción.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único para tu organización.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DAX corporativa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medidas estandarizadas.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con tu marca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visual 100% corporativa.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 reglas custom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adaptadas a tu metodología.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+ GitHub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productivo desde día 1.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con tu capacity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Aprovechamos lo que ya tienes.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9728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ejecutivo de cierre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directo de C-level.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6656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90 días con SLA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&lt; 24 hrs hábiles.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9728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2BI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físico + digital con QR.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76656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trimestral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Fabric/Power BI cada quarter.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corporativo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tu equipo entrega a la organización al cierre del programa.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Governance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páginas: principios, nomenclatura, BPA, deploy.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DAX corporativa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medidas estandarizadas para toda la organización.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9244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con tu marca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7532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corporativo + tema JSON con tu paleta.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8580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productivo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580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dataflows, pipeline DEV/TEST/PROD operativo.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48056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12 meses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48056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estratégico aprobado por dirección.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244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2104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2104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27532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certificado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7532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participante con certificación 2BI.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recibes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clases. Activos digitales que vas a usar por años.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28600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sesiones grupales de 4 hrs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020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horas de capacitación técnica intensiva.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228600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33172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6948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empresarial inicial gratuito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 de audit a tu arquitectura BI actual.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5468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15468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00200" y="3291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corporativas customizadas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00200" y="36576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corporativo + tema con tu marca.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315468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315468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320040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269480" y="3291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de DAX corporativa (50+ medidas)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269480" y="36576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medidas para tu organización.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402336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" y="402336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00200" y="4160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mentor 1:1 por participante (4 hrs)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600200" y="45262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personalizado por colaborador.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72200" y="402336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72200" y="402336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46520" y="40690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46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269480" y="4160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90 días post-implementación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269480" y="45262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Teams. SLA: respuesta &lt;24 hrs hábiles.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489204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489204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600200" y="5029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2BI por participante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600200" y="53949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físico + digital con QR de validación.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172200" y="489204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172200" y="489204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46520" y="493776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465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7269480" y="5029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ejecutivo de cierre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269480" y="53949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 con dirección: roadmap BI corporativo a 12 meses.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02920" y="5760720"/>
            <a:ext cx="54864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2920" y="5760720"/>
            <a:ext cx="109728" cy="7315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" y="580644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77240" y="5806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600200" y="5897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Governance de Datos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1600200" y="62636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páginas de buenas prácticas + diagrama de arquitectura.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exclusivos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confirmas el pago en los próximos 7 días, recibes además: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1 — Audit gratuito de arquitectura BI (antes de firmar)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costo, sin compromiso. Te entregamos hallazgos accionables aunque no contrates.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$7,500 MXN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2 — Setup gratuito de Microsoft Fabric (si aplica)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inicial de Fabric capacity + Lakehouse + Direct Lake.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$12,000 MXN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3 — 1 sesión ejecutiva con C-level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 con CFO/CIO sobre ROI y métricas de éxito.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$5,000 MXN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4 — Newsletter trimestral de updates 2BI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recibe novedades de Power BI/Fabric cada quarter.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5349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recurrente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de los bonos: $24,500 MXN  ·  Incluido sin costo si confirmas en 7 días.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32720" cy="53949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50800">
            <a:solidFill>
              <a:srgbClr val="2F6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satisfacción al cierre. Si la dirección no aprueba el resultado en el workshop final, refinamos sin costo adicional hasta 4 hrs extra.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38100">
            <a:solidFill>
              <a:srgbClr val="2F6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justificaciones. Sin papeleo. Sin condiciones letra chica.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Asumo el riesgo yo, no tú. Si invertimos en ti, tú confías en mí — y yo confío en mi método.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Más del 90% de nuestros alumnos completan el programa.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inversión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empresarial. Anticipo 50% + 50% al cierre. Soporta SAT, NDA y contrato de servicios.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0" y="2377440"/>
            <a:ext cx="6675120" cy="3840480"/>
          </a:xfrm>
          <a:prstGeom prst="roundRect">
            <a:avLst>
              <a:gd name="adj" fmla="val 4762"/>
            </a:avLst>
          </a:prstGeom>
          <a:solidFill>
            <a:srgbClr val="0F1B2D"/>
          </a:solidFill>
          <a:ln w="50800">
            <a:solidFill>
              <a:srgbClr val="2F6F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2606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IN-COMPANY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3063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In-Company VIP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0" y="36118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$25,000 - $60,000 MXN (cotización personalizada)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743200" y="4709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aprox. $1,400 - $3,300 USD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5120640"/>
            <a:ext cx="2468880" cy="0"/>
          </a:xfrm>
          <a:prstGeom prst="line">
            <a:avLst/>
          </a:prstGeom>
          <a:noFill/>
          <a:ln w="25400">
            <a:solidFill>
              <a:srgbClr val="2F6F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5349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sesiones  ·  64 horas  ·  Online (Teams/Zoom) o híbrido (1-2 presenciales en CDMX/MTY)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57150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con tus datos incluido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organizacional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matemáticas frías: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tiempo para crear un dashboard nuevo después del programa.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636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recuperado por equipo al estandarizar y automatizar.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9436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MXN/año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oportunidad de un equipo BI sin estándar (3 personas).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626364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en recuperar la inversión vía productividad del equipo.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método 2BI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 (anonimizados) del método aplicado en producción.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creación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3703320"/>
            <a:ext cx="1463040" cy="0"/>
          </a:xfrm>
          <a:prstGeom prst="line">
            <a:avLst/>
          </a:prstGeom>
          <a:noFill/>
          <a:ln w="25400">
            <a:solidFill>
              <a:srgbClr val="2F6F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BI de 4 personas redujo el tiempo de crear un dashboard nuevo de 3 semanas a 1 semana después del programa.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+$280K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ahorrados/año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703320"/>
            <a:ext cx="1463040" cy="0"/>
          </a:xfrm>
          <a:prstGeom prst="line">
            <a:avLst/>
          </a:prstGeom>
          <a:noFill/>
          <a:ln w="25400">
            <a:solidFill>
              <a:srgbClr val="2F6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eliminó retrabajo y automatizó refresh manual: 35 hrs/semana recuperadas.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2104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3703320"/>
            <a:ext cx="1463040" cy="0"/>
          </a:xfrm>
          <a:prstGeom prst="line">
            <a:avLst/>
          </a:prstGeom>
          <a:noFill/>
          <a:ln w="25400">
            <a:solidFill>
              <a:srgbClr val="2F6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analistas certificados. Documento de Governance firmado por CIO. Roadmap aprobado por CFO.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Tu caso de éxito puede ser el siguiente.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¿In-Company VIP es para ti?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si tú...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equipo BI de 2-5 personas.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Necesitas estandarizar metodología.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Power BI Premium o Fabric subutilizado.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Buscas reducir dependencia de personas clave.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50292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Quieres documentar conocimiento corporativo.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55778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presupuesto &gt; $25K MXN para capacitación.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si tú...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46520" y="28346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Solo eres 1 persona (toma Estándar o Premium).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347472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tienes presupuesto corporativo.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41148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tienes apoyo ejecutivo para el proyecto.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46520" y="475488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Esperas implementación de proyecto BI completo (es cotización aparte).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arrancamos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gratuito de arquitectura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 sin compromiso. Te entregamos hallazgos accionables.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personalizada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con scope, calendario y SLA.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731520" cy="7315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+ anticipo 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servicios + NDA + factura empresarial.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731520" cy="7315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4 hrs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brechas y customizamos currículo.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731520" cy="731520"/>
          </a:xfrm>
          <a:prstGeom prst="ellipse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303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en menos de 14 días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715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sesiones programadas. Comienza la capacitación.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6126480"/>
            <a:ext cx="9418320" cy="548640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61264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"AUDIT" y agendamos esta semana.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2BI y no otro curso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 con datos reales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genérico. Trabajamos con TUS datos desde el día 1.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 de producción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que no aparece en YouTube ni en Udemy.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real post-curso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dejamos solo. Soporte WhatsApp con respuesta &lt; 24 hrs.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profesional incluido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Editor, DAX Studio, .pbip + Git desde día 1.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9768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2628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48056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DAX documentados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48056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reutilizable que usarás por años.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9244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2104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F6F4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27532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monetización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27532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aprendes. Te enseñamos a cobrar lo que vales.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un equipo BI promedio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equipo BI extraordinario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método estándar.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114800" y="3931920"/>
            <a:ext cx="3931920" cy="0"/>
          </a:xfrm>
          <a:prstGeom prst="line">
            <a:avLst/>
          </a:prstGeom>
          <a:noFill/>
          <a:ln w="38100">
            <a:solidFill>
              <a:srgbClr val="2F6F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guillermorc44@gmail.com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In-Company VIP  ·  Propuesta válida 7 días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2BI · Business Intelligence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2BI — In-Company VIP</dc:title>
  <dc:subject>PptxGenJS Presentation</dc:subject>
  <dc:creator>2BI</dc:creator>
  <cp:lastModifiedBy>2BI</cp:lastModifiedBy>
  <cp:revision>1</cp:revision>
  <dcterms:created xsi:type="dcterms:W3CDTF">2026-05-07T20:05:21Z</dcterms:created>
  <dcterms:modified xsi:type="dcterms:W3CDTF">2026-05-07T20:05:21Z</dcterms:modified>
</cp:coreProperties>
</file>