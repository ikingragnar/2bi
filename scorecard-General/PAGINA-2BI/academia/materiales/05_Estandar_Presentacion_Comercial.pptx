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365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5276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27080" y="365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96112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Studio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Flagship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 funcional a Consultor BI en 8 semanas.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2743200" cy="0"/>
          </a:xfrm>
          <a:prstGeom prst="line">
            <a:avLst/>
          </a:prstGeom>
          <a:noFill/>
          <a:ln w="38100">
            <a:solidFill>
              <a:srgbClr val="D4AC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sesiones  ·  16 horas  ·  $8,500 MXN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  ·  guillermorc44@gmail.com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Power BI instalado.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herramienta no te está pagando lo que debería.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25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reportes tardan más de lo que deberían en cargar y nadie sabe por qué.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40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lunes copias y pegas las mismas medidas DAX, sin entender qué hace CALCULATE.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325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dashboards "se ven bien" pero los directivos los abren una vez y nunca más.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040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Sigues exportando a Excel para hacer el "análisis real" — el dashboard no te da respuestas.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325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que dominar Power BI vale dinero — pero los cursos te dejan a medias.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7040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jefe (o tu cliente) espera más de ti, y tú sabes que sí podrías llegar más lejos.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Programa Flagship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incómoda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de los cursos te enseña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visualizaciones. El 10% que importa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el modelo y en DAX.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10972800" cy="1737360"/>
          </a:xfrm>
          <a:prstGeom prst="roundRect">
            <a:avLst>
              <a:gd name="adj" fmla="val 7895"/>
            </a:avLst>
          </a:prstGeom>
          <a:solidFill>
            <a:srgbClr val="15406B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805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3474720" y="461772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reportes lentos en producción tienen el mismo problema raíz: modelo mal diseñado, columnas calculadas innecesarias y bidireccional cuando no se necesita. Nada se arregla cambiando la gráfica.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transformar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programa  →  Después del programa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Reportes lentos sin saber por qué.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DAX que copias de Stack Overflow.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Tabla plana con todo en una hoja.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Dashboards que nadie usa.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proceso de versionado.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Manual: cada lunes refrescas a mano.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5897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Cobras como junior o no cobras.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 &lt; 3s, optimizado con DAX Studio.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DAX que escribes desde cero.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 schema con calendario y RLS.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Dashboards ejecutivos que se usan diario.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.pbip + Git: versionado profesional.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Refresh + alertas automatizadas.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5897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Cobras proyectos BI freelance o subes de puesto.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2BI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017520" cy="3017520"/>
          </a:xfrm>
          <a:prstGeom prst="ellipse">
            <a:avLst/>
          </a:prstGeom>
          <a:solidFill>
            <a:srgbClr val="0F1B2D"/>
          </a:solidFill>
          <a:ln w="50800">
            <a:solidFill>
              <a:srgbClr val="D4AC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214884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41148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1148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Modelado dimensional y DAX avanzado en producción.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Query, SQL Server, Firebird, DuckDB, PostgreSQL.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Microsoft Fabric, Direct Lake y Semantic Link.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4572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Python (sempy, pandas, scikit-learn) y AI agents.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5029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n8n, Anthropic Claude, orquestación de agentes.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0" y="5486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Datasets reales &gt; 20M filas en proyectos productivos.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 enseñamos Power BI. Te enseñamos a pensar como un arquitecto BI."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 ·  8 sesiones, 16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online (Zoom / Meet)  ·  8 sesiones, 1 vez por semana, durante 8 semanas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4028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BI 2026 + Power Query Profesional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20440" y="3017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Dimensional + Calendario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224028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37744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00800" y="3017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— Contextos, CALCULATE, Iteradores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224028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237744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281160" y="3017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II — Time Intelligence + Calculation Groups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38912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0080" y="51663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Ejecutiva + UX/UI Profesional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83280" y="438912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20440" y="452628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2044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520440" y="51663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 DAX Studio + Tabular Editor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63640" y="438912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452628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00800" y="51663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Service: RLS, Dataflows, Pipelines, REST API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144000" y="4389120"/>
            <a:ext cx="2788920" cy="1965960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81160" y="4526280"/>
            <a:ext cx="548640" cy="54864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8116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9281160" y="51663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+ Copilot + Automatización + Portafolio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50+ hacks que te llevas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no salen en YouTube y que se aprenden únicamente en producción.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Groups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grupo reemplaza 30 medidas duplicadas.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Parameters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dinámico: efecto wow al CEO.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Date/Time = 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30% menos memoria.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Editor BPA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reglas que detectan errores.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Studio + Server Timings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 FE o SE en 30 segundos.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.pbip + TMDL + Git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al modelo = revisión profesional.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(Fabric)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Import sin recargas.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Calculations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 sin pelear con DAX.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dinámico con bridge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sin 50 roles a mano.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6656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bien promptado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1ª medida útil en 30 segundos.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final  ·  con tus datos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sesión 4 trabajamos sobre tus datos reales. Sales con un dashboard productivo.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documentado con cardinalidades.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Medidas DAX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Documentadas, optimizadas y reutilizables.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7532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corporativo + bookmarks + drill-through.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580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Service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580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refresh automático, pipeline.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48056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1-pager con arquitectura y decisiones.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2104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2753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 LinkedIn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7532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 + post LinkedIn.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clases. Activos digitales que vas a usar por años.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28600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4030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44030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sesiones en vivo (1 a 1)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horas de mentoría aplicada con tus datos.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228600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44030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44030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6948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hacks profesionales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Documentados, organizados por área.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37185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37185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52615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52615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00200" y="350901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.pbit listas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0200" y="387477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KPIs ejecutivos, tema corporativo.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337185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337185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352615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52615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69480" y="350901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DAX 30 medidas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269480" y="387477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Documentadas con caso de uso y descripción.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445770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445770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461200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461200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00200" y="45948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profesional incluido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600200" y="49606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Studio, Tabular Editor, ALM Toolkit, .pbip.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445770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72200" y="445770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461200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46520" y="461200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269480" y="45948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30 días post-curso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269480" y="49606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WhatsApp + revisión de 1 dashboard.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554355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554355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7240" y="569785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569785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600200" y="568071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digital firmado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600200" y="604647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LinkedIn.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172200" y="5543550"/>
            <a:ext cx="5486400" cy="94869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72200" y="5543550"/>
            <a:ext cx="109728" cy="94869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46520" y="5697855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46520" y="569785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7269480" y="568071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monetización 90 días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269480" y="604647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cobrar tu primer proyecto BI.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exclusivos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confirmas el pago en los próximos 7 días, recibes además: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1 — Sesión Bonus de SQL para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window functions y CTEs aplicados a Power Query y dataflows.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$2,500 MXN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2 — Workshop n8n +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 agente que envía reportes diarios al WhatsApp del CEO.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$3,000 MXN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3 — Pack 30 dashboards de inspiración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Curados con notas de qué replicar.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$1,500 MXN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solidFill>
            <a:srgbClr val="15406B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4 — Plantilla de propuesta freelance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cobrar tu primer proyecto BI: tarifas, alcance y términos.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$2,000 MXN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de los bonos: $9,000 MXN  ·  Incluido sin costo si confirmas en 7 días.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32720" cy="53949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50800">
            <a:solidFill>
              <a:srgbClr val="D4AC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B89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después de la sesión 2 sientes que esto no es para ti, te devuelvo el 100% del pago.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38100">
            <a:solidFill>
              <a:srgbClr val="D4AC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justificaciones. Sin papeleo. Sin condiciones letra chica.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Asumo el riesgo yo, no tú. Si invertimos en ti, tú confías en mí — y yo confío en mi método.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Más del 90% de nuestros alumnos completan el programa.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inversión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1 exhibición (5% descuento) o 2 partes sin recargo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0" y="2377440"/>
            <a:ext cx="6675120" cy="3840480"/>
          </a:xfrm>
          <a:prstGeom prst="roundRect">
            <a:avLst>
              <a:gd name="adj" fmla="val 4762"/>
            </a:avLst>
          </a:prstGeom>
          <a:solidFill>
            <a:srgbClr val="0F1B2D"/>
          </a:solidFill>
          <a:ln w="50800">
            <a:solidFill>
              <a:srgbClr val="D4AC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2606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3063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Flagship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0" y="36118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$8,500 MXN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43200" y="4709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aprox. $470 USD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5120640"/>
            <a:ext cx="2468880" cy="0"/>
          </a:xfrm>
          <a:prstGeom prst="line">
            <a:avLst/>
          </a:prstGeom>
          <a:noFill/>
          <a:ln w="25400">
            <a:solidFill>
              <a:srgbClr val="D4AC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5349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sesiones  ·  16 horas  ·  1 a 1 online (Zoom / Meet)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5715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con tus datos incluido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NO invertir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matemáticas frías: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salarial Junior vs Sr BI en México (LinkedIn Salary 2025).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636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semana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que pierde un analista sin modelado correcto.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9436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MXN/proy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mínima de un freelance BI con un dashboard productivo.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626364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recuperar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para recuperar inversión con 1 freelance pequeño.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método 2BI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 (anonimizados) del método aplicado en producción.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–73%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carga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3703320"/>
            <a:ext cx="1463040" cy="0"/>
          </a:xfrm>
          <a:prstGeom prst="line">
            <a:avLst/>
          </a:prstGeom>
          <a:noFill/>
          <a:ln w="25400">
            <a:solidFill>
              <a:srgbClr val="D4A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 que cargaba en 11s ahora carga en 3s. Clave: removeFilters + Calculation Groups.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+$45K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703320"/>
            <a:ext cx="1463040" cy="0"/>
          </a:xfrm>
          <a:prstGeom prst="line">
            <a:avLst/>
          </a:prstGeom>
          <a:noFill/>
          <a:ln w="25400">
            <a:solidFill>
              <a:srgbClr val="D4A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junior con curso completado: ascendió a Sr Analyst con bono de retención. 4 meses post-curso.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3703320"/>
            <a:ext cx="1463040" cy="0"/>
          </a:xfrm>
          <a:prstGeom prst="line">
            <a:avLst/>
          </a:prstGeom>
          <a:noFill/>
          <a:ln w="25400">
            <a:solidFill>
              <a:srgbClr val="D4AC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PyME: equipo administrativo recuperó 40 hrs/mes con dataflow + alertas automatizadas.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Tu caso de éxito puede ser el siguiente.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¿Programa Flagship es para ti?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si tú...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 conoces Power BI a nivel básico-intermedio.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Quieres dejar de copiar DAX y entenderlo.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datos reales con los que trabajar.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Buscas ascender, cambiar de trabajo o cobrar freelance.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50292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4 hrs/semana durante 8 semanas.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55778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Quieres pensar como arquitecto BI.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si tú...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46520" y="28346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Nunca abriste Power BI Desktop.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347472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Buscas Fabric, Python, AI agents (Premium).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4114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Eres equipo corporativo (VIP).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46520" y="475488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Esperas que el instructor haga el trabajo por ti.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arrancamos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tier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Flagship — decisión simple basada en tu objetivo.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+ acuerdo firmado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1 exhibición (5% descuento) o 2 partes sin recargo. Acuerdo digital con cláusulas claras.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31520" cy="73152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30 min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Calibramos nivel real y elegimos tu dataset.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731520" cy="73152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Calendarizamos las sesiones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sesiones, mismo horario cada semana.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731520" cy="731520"/>
          </a:xfrm>
          <a:prstGeom prst="ellipse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en menos de 7 días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715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Empezamos. Quick win garantizado el primer día.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50000"/>
            </a:avLst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"VAMOS" y arrancamos esta semana.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2BI y no otro curso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con datos reales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genérico. Trabajamos con TUS datos desde el día 1.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 de producción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que no aparece en YouTube ni en Udemy.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real post-curso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dejamos solo. Soporte WhatsApp con respuesta &lt; 24 hrs.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profesional incluido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Editor, DAX Studio, .pbip + Git desde día 1.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9768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48056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DAX documentados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48056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reutilizable que usarás por años.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9244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2104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D4AC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7532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monetización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27532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aprendes. Te enseñamos a cobrar lo que vales.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4AC4C"/>
          </a:solidFill>
          <a:ln w="12700">
            <a:solidFill>
              <a:srgbClr val="D4AC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quien usa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quien lo domina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8 sesiones.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3931920" cy="0"/>
          </a:xfrm>
          <a:prstGeom prst="line">
            <a:avLst/>
          </a:prstGeom>
          <a:noFill/>
          <a:ln w="38100">
            <a:solidFill>
              <a:srgbClr val="D4A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guillermorc44@gmail.com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Flagship  ·  Propuesta válida 7 días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2BI · Business Intelligence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2BI — Programa Flagship</dc:title>
  <dc:subject>PptxGenJS Presentation</dc:subject>
  <dc:creator>2BI</dc:creator>
  <cp:lastModifiedBy>2BI</cp:lastModifiedBy>
  <cp:revision>1</cp:revision>
  <dcterms:created xsi:type="dcterms:W3CDTF">2026-05-07T20:05:20Z</dcterms:created>
  <dcterms:modified xsi:type="dcterms:W3CDTF">2026-05-07T20:05:20Z</dcterms:modified>
</cp:coreProperties>
</file>