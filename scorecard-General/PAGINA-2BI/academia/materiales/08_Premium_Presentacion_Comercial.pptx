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a nivel arquitecto: DAX patterns, visualización avanzada y producción corporativa.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6B4D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  ·  24 horas  ·  $14,500 MXN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reportes tardan más de lo que deberían en cargar y nadie sabe por qué.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lunes copias y pegas las mismas medidas DAX, sin entender qué hace CALCULATE.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dashboards "se ven bien" pero los directivos los abren una vez y nunca más.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Sigues exportando a Excel para hacer el "análisis real" — el dashboard no te da respuestas.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que dominar Power BI vale dinero — pero los cursos te dejan a medias.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jefe (o tu cliente) espera más de ti, y tú sabes que sí podrías llegar más lejos.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Programa Premium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90% de los cursos te enseña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visualizaciones. El 10% que importa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modelo y en DAX.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reportes lentos en producción tienen el mismo problema raíz: modelo mal diseñado, columnas calculadas innecesarias y bidireccional cuando no se necesita. Nada se arregla cambiando la gráfica.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Power BI Pro pero nada más.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Tabular Editor: nunca lo abriste.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Power BI Premium te suena pero no lo dominas.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Python te intimida.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AI agents son ciencia ficción.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Portafolio LinkedIn vacío.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Cobras por hora, no por valor.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Stack BI completo: Power BI + Power BI Premium.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Tabular Editor diario para Calc Groups y BPA.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Workspace + Premium Capacity productivo.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Notebooks Python con DAX Studio y EDA.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Agente AI enviando briefing al CEO diario.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 dashboards demo + propuesta freelance lista.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Cobras retainer mensual ($15-30K MXN).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6B4D8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Premium, Premium Capacity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(DAX Studio, pandas, Tabular Editor)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Subscriptions, Smart Narrative,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12 sesiones, 24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online + Office Hours grupal opcional cada 2 semanas  ·  12 sesiones, 1 vez por semana, durante 12 semanas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 2026 + Power Query Profesional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52044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 + Calendario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6364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 — Contextos, CALCULATE, Iteradores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44000" y="224028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237744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281160" y="301752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II — Time Intelligence + Calculation Groups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4008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Ejecutiva + UX/UI Profesional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8328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2044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2044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352044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con DAX Studio + Tabular Editor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6364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640080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Service: RLS, Dataflows, Pipelines, REST API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144000" y="367284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81160" y="381000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81160" y="3810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281160" y="445008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 Avanzado + Portafolio + Cierre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0292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4008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4008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41" name="Text 38"/>
          <p:cNvSpPr/>
          <p:nvPr/>
        </p:nvSpPr>
        <p:spPr>
          <a:xfrm>
            <a:off x="64008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Avanzado — Patterns Empresariales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38328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52044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52044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352044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Avanzada y Storytelling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6364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0080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0080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sp>
        <p:nvSpPr>
          <p:cNvPr id="49" name="Text 46"/>
          <p:cNvSpPr/>
          <p:nvPr/>
        </p:nvSpPr>
        <p:spPr>
          <a:xfrm>
            <a:off x="640080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en Producción Corporativa (.pbip + TMDL + Git)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9144000" y="5105400"/>
            <a:ext cx="2788920" cy="1249680"/>
          </a:xfrm>
          <a:prstGeom prst="roundRect">
            <a:avLst>
              <a:gd name="adj" fmla="val 7317"/>
            </a:avLst>
          </a:prstGeom>
          <a:solidFill>
            <a:srgbClr val="0F1B2D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281160" y="5242560"/>
            <a:ext cx="548640" cy="54864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281160" y="5242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9281160" y="5882640"/>
            <a:ext cx="251460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Profesional + Freelance + Portafolio Premium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70+ hacks Premium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Premium Workspace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Storage + Premium Capacity + Spark.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Studio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Debuggear medidas con asserts en Python.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para BI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numérico con criterio.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Subscriptions + Smart Narrative + WhatsApp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diario al CEO automatizado.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Storage Shortcuts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S3/Azure sin moverlos.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 3 DAX debugger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query plan paso a paso.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con GitHub Actions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automáticos al modelo.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tu documentación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que conoce tu negocio.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como producto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reproducible y publicable.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carrera 90 días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validables con check-ins.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final  ·  con tus datos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sesión 4 trabajamos sobre tus datos reales. Sales con un dashboard productivo.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+ 25 medidas DAX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 medidas avanzadas (cohorts, ABC, RFM).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ejecutivo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exec + detalle + drill-through + tema corp.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Service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refresh automático, pipeline DEV/TEST/PROD.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Python (DAX Studio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+ insights publicables del dataset.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⌬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Power BI Premium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Capacity mode con tu data productiva.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AI activo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diario al WhatsApp del decisor.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 en vivo (1 a 1)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horas: 8 core + 4 avanzadas Power BI puras.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33172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hacks profesionales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hacks exclusivos de DAX patterns y .pbip + Git.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15468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premium completas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schema, KPI exec, temas JSON profundos, bookmarks avanzados.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15468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15468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320040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200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29184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DAX 50 medidas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365760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patrones avanzados: cohorts, ABC, RFM, churn, basket analysis.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02336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Power BI completo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Studio, Tabular Editor, ALM Toolkit, .pbip + TMDL.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402336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402336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406908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4069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41605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60 días post-curso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45262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WhatsApp + revisión de 3 dashboards.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489204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724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60020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digital + LinkedIn endorsement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60020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pública en tu perfil.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6172200" y="489204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72200" y="489204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46520" y="493776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652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7269480" y="50292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carrera personalizado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269480" y="53949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con metas mensuales y check-ins.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502920" y="5760720"/>
            <a:ext cx="548640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2920" y="5760720"/>
            <a:ext cx="109728" cy="73152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7240" y="5806440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77724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1600200" y="58978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 grupal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1600200" y="626364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sesiones grupales cada 2 semanas para Q&amp;A.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exclusivos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confirmas el pago en los próximos 7 días, recibes además: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1 — Todo lo del Estándar (4 bonos incluidos)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para BI, dashboards inspiración, plantilla propuesta freelance, repositorio Git ejemplo.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$9,000 MXN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2 — Tabular Editor 3 license consideration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 configuración profesional + scripts BPA custom.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3063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$4,500 MXN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3 — 30 minutos de consultoría arquitectura Power BI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privada para planear tu siguiente proyecto BI.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$3,500 MXN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4 — Acceso vitalicio a updates del programa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actualizado anualmente, gratis para ti siempre.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5349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incalculable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de los bonos: $17,000 MXN  ·  Incluido sin costo si confirmas en 7 días.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6B4D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después de la sesión 3 no es para ti, devolución del 100% sin preguntas.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6B4D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(8% descuento), 2 partes sin recargo o 3 partes (+5%)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6B4D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$14,500 MXN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$800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  ·  24 horas  ·  1 a 1 online + Office Hours grupal opcional cada 2 semanas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con tus datos incluido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cuesta NO invertir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salarial Sr BI vs Lead/Architect (LinkedIn Salary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$30K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promedio de un proyecto BI con Power BI Premium + AI para PyME mediana.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$15-30K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 recurrente: el modelo de monetización que enseñamos.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días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F3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recuperar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solo retainer mensual recuperas la inversión completa.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–73%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ventas que cargaba en 11s ahora carga en 3s. Clave: removeFilters + Calculation Groups.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+$45K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junior con curso completado: ascendió a Sr Analyst con bono de retención. 4 meses post-curso.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6B4D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PyME: equipo administrativo recuperó 40 hrs/mes con dataflow + alertas automatizadas.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¿Programa Premium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dominas Power BI a nivel intermedio-avanzado.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el stack completo: BI + Power BI Premium + Python + AI.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posicionarte como Arquitecto BI / Lead.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Cobras o quieres cobrar retainer mensual.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4 hrs/semana durante 12 semanas.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55778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acceso vitalicio a updates del programa.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tienes fundamentos sólidos (toma Estándar primero).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te interesa Power BI Premium ni Python.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Buscas certificación Microsoft (PL-300).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Eres equipo corporativo (VIP).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el tier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 — decisión simple basada en tu objetivo.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+ acuerdo firmado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(8% descuento), 2 partes sin recargo o 3 partes (+5%). Acuerdo digital con cláusulas claras.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30 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Calibramos nivel real y elegimos tu dataset.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Calendarizamos las sesiones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sesiones, mismo horario cada semana.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7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Empezamos. Quick win garantizado el primer día.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"VAMOS" y arrancamos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6B4D8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B4D8A"/>
          </a:solidFill>
          <a:ln w="12700">
            <a:solidFill>
              <a:srgbClr val="6B4D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quien usa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quien lo domina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12 sesiones.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6B4D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4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Premium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Programa Premium</dc:title>
  <dc:subject>PptxGenJS Presentation</dc:subject>
  <dc:creator>2BI</dc:creator>
  <cp:lastModifiedBy>2BI</cp:lastModifiedBy>
  <cp:revision>1</cp:revision>
  <dcterms:created xsi:type="dcterms:W3CDTF">2026-05-08T03:37:42Z</dcterms:created>
  <dcterms:modified xsi:type="dcterms:W3CDTF">2026-05-08T03:37:42Z</dcterms:modified>
</cp:coreProperties>
</file>