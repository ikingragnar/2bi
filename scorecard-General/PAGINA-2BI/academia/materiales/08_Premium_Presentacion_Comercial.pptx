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365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5276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27080" y="365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96112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Studio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Premium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 nivel arquitecto: DAX patterns, visualización avanzada y producción corporativa.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2743200" cy="0"/>
          </a:xfrm>
          <a:prstGeom prst="line">
            <a:avLst/>
          </a:prstGeom>
          <a:noFill/>
          <a:ln w="38100">
            <a:solidFill>
              <a:srgbClr val="6B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sesiones  ·  24 horas  ·  $14,500 MXN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  ·  guillermorc44@gmail.com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Power BI instalado.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herramienta no te está pagando lo que debería.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25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reportes tardan más de lo que deberían en cargar y nadie sabe por qué.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 copias y pegas las mismas medidas DAX, sin entender qué hace CALCULATE.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25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dashboards "se ven bien" pero los directivos los abren una vez y nunca más.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Sigues exportando a Excel para hacer el "análisis real" — el dashboard no te da respuestas.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325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que dominar Power BI vale dinero — pero los cursos te dejan a medias.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040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jefe (o tu cliente) espera más de ti, y tú sabes que sí podrías llegar más lejos.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Programa Premium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incómoda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 los cursos te enseña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visualizaciones. El 10% que importa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el modelo y en DAX.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10972800" cy="1737360"/>
          </a:xfrm>
          <a:prstGeom prst="roundRect">
            <a:avLst>
              <a:gd name="adj" fmla="val 7895"/>
            </a:avLst>
          </a:prstGeom>
          <a:solidFill>
            <a:srgbClr val="15406B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805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3474720" y="46177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reportes lentos en producción tienen el mismo problema raíz: modelo mal diseñado, columnas calculadas innecesarias y bidireccional cuando no se necesita. Nada se arregla cambiando la gráfica.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transformar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programa  →  Después del programa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Power BI Pro pero nada más.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Tabular Editor: nunca lo abriste.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Power BI Premium te suena pero no lo dominas.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Python te intimida.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 agents son ciencia ficción.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Portafolio LinkedIn vacío.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Cobras por hora, no por valor.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Stack BI completo: Power BI + Power BI Premium.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Tabular Editor diario para Calc Groups y BPA.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Workspace + Premium Capacity productivo.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Notebooks Python con DAX Studio y EDA.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Agente AI enviando briefing al CEO diario.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dashboards demo + propuesta freelance lista.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Cobras retainer mensual ($15-30K MXN).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2BI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017520" cy="3017520"/>
          </a:xfrm>
          <a:prstGeom prst="ellipse">
            <a:avLst/>
          </a:prstGeom>
          <a:solidFill>
            <a:srgbClr val="0F1B2D"/>
          </a:solidFill>
          <a:ln w="50800">
            <a:solidFill>
              <a:srgbClr val="6B4D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214884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41148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Modelado dimensional y DAX avanzado en producción.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Query, SQL Server, Firebird, DuckDB, PostgreSQL.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BI Premium, Premium Capacity y Semantic Link.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Python (DAX Studio, pandas, Tabular Editor) y AI agents.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5029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BI Subscriptions, Smart Narrative, orquestación de agentes.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5486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Datasets reales &gt; 20M filas en proyectos productivos.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 enseñamos Power BI. Te enseñamos a pensar como un arquitecto BI."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 ·  12 sesiones, 24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online + Office Hours grupal opcional cada 2 semanas  ·  12 sesiones, 1 vez por semana, durante 12 semanas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 2026 + Power Query Profesional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301752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Dimensional + Calendario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24028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37744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00800" y="301752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— Contextos, CALCULATE, Iteradores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224028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237744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281160" y="301752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II — Time Intelligence + Calculation Groups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367284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81000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810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0080" y="445008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Ejecutiva + UX/UI Profesional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83280" y="367284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20440" y="381000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0440" y="3810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520440" y="445008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 DAX Studio + Tabular Editor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63640" y="367284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381000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3810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00800" y="445008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Service: RLS, Dataflows, Pipelines, REST API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144000" y="367284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81160" y="381000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81160" y="3810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9281160" y="445008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Avanzado + Portafolio + Cierre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02920" y="510540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524256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5242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640080" y="588264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Avanzado — Patterns Empresariales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383280" y="510540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20440" y="524256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20440" y="5242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3520440" y="588264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Avanzada y Storytelling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263640" y="510540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00800" y="524256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5242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6400800" y="588264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en Producción Corporativa (.pbip + TMDL + Git)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144000" y="5105400"/>
            <a:ext cx="2788920" cy="1249680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281160" y="5242560"/>
            <a:ext cx="548640" cy="54864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281160" y="5242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9281160" y="5882640"/>
            <a:ext cx="2514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Profesional + Freelance + Portafolio Premium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70+ hacks Premium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no salen en YouTube y que se aprenden únicamente en producción.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Premium Workspace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Storage + Premium Capacity + Spark.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Studio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Debuggear medidas con asserts en Python.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Studio + VertiPaq Analyzer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modelo y optimización con criterio.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Subscriptions + Smart Narrative + WhatsApp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diario al CEO automatizado.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Storage Shortcuts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S3/Azure sin moverlos.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 3 DAX debugger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query plan paso a paso.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GitHub Actions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automáticos al modelo.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tu documentación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 conoce tu negocio.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como producto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reproducible y publicable.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carrera 90 días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validables con check-ins.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final  ·  con tus datos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sesión 4 trabajamos sobre tus datos reales. Sales con un dashboard productivo.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+ 25 medidas DAX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medidas avanzadas (cohorts, ABC, RFM).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exec + detalle + drill-through + tema corp.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Service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refresh automático, pipeline DEV/TEST/PROD.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580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Python (DAX Studio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80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insights publicables del dataset.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⌬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Power BI Premium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48056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Capacity mode con tu data productiva.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2753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AI activo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7532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diario al WhatsApp del decisor.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clases. Activos digitales que vas a usar por años.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28600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sesiones en vivo (1 a 1)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horas: 8 core + 4 avanzadas Power BI puras.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228600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33172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6948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hacks profesionales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hacks exclusivos de DAX patterns y .pbip + Git.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5468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15468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3291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premium completas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0200" y="36576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KPI exec, temas JSON profundos, bookmarks avanzados.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315468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315468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320040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69480" y="3291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DAX 50 medidas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269480" y="36576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patrones avanzados: cohorts, ABC, RFM, churn, basket analysis.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02336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402336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00200" y="4160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Power BI completo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600200" y="45262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Studio, Tabular Editor, ALM Toolkit, .pbip + TMDL.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402336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402336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269480" y="4160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60 días post-curso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69480" y="45262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WhatsApp + revisión de 3 dashboards.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489204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489204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60020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digital + LinkedIn endorsement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600200" y="53949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pública en tu perfil.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172200" y="489204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72200" y="489204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726948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carrera personalizado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269480" y="53949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 con metas mensuales y check-ins.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02920" y="576072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2920" y="5760720"/>
            <a:ext cx="109728" cy="73152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" y="580644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77240" y="5806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600200" y="5897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grupal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1600200" y="62636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sesiones grupales cada 2 semanas para Q&amp;A.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exclusivos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confirmas el pago en los próximos 7 días, recibes además: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1 — Todo lo del Estándar (4 bonos incluidos)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para BI, dashboards inspiración, plantilla propuesta freelance, repositorio Git ejemplo.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$9,000 MXN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2 — Tabular Editor 3 license consideration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configuración profesional + scripts BPA custom.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$4,500 MXN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3 — 30 minutos de consultoría arquitectura Power BI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privada para planear tu siguiente proyecto BI.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$3,500 MXN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4 — Acceso vitalicio a updates del programa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actualizado anualmente, gratis para ti siempre.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incalculable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de los bonos: $17,000 MXN  ·  Incluido sin costo si confirmas en 7 días.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32720" cy="53949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50800">
            <a:solidFill>
              <a:srgbClr val="6B4D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4F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después de la sesión 3 no es para ti, devolución del 100% sin preguntas.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38100">
            <a:solidFill>
              <a:srgbClr val="6B4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justificaciones. Sin papeleo. Sin condiciones letra chica.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Asumo el riesgo yo, no tú. Si invertimos en ti, tú confías en mí — y yo confío en mi método.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Más del 90% de nuestros alumnos completan el programa.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inversión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(8% descuento), 2 partes sin recargo o 3 partes (+5%)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0" y="2377440"/>
            <a:ext cx="6675120" cy="3840480"/>
          </a:xfrm>
          <a:prstGeom prst="roundRect">
            <a:avLst>
              <a:gd name="adj" fmla="val 4762"/>
            </a:avLst>
          </a:prstGeom>
          <a:solidFill>
            <a:srgbClr val="0F1B2D"/>
          </a:solidFill>
          <a:ln w="50800">
            <a:solidFill>
              <a:srgbClr val="6B4D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606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3063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Premium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0" y="36118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$14,500 MXN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320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$800 USD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5120640"/>
            <a:ext cx="2468880" cy="0"/>
          </a:xfrm>
          <a:prstGeom prst="line">
            <a:avLst/>
          </a:prstGeom>
          <a:noFill/>
          <a:ln w="25400">
            <a:solidFill>
              <a:srgbClr val="6B4D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5349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sesiones  ·  24 horas  ·  1 a 1 online + Office Hours grupal opcional cada 2 semanas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5715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con tus datos incluido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NO invertir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frías: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salarial Sr BI vs Lead/Architect (LinkedIn Salary 2025).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636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promedio de un proyecto BI con Power BI Premium + AI para PyME mediana.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$15-30K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recurrente: el modelo de monetización que enseñamos.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días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626364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recuperar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solo retainer mensual recuperas la inversión completa.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método 2BI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(anonimizados) del método aplicado en producción.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–73%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carga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3703320"/>
            <a:ext cx="1463040" cy="0"/>
          </a:xfrm>
          <a:prstGeom prst="line">
            <a:avLst/>
          </a:prstGeom>
          <a:noFill/>
          <a:ln w="25400">
            <a:solidFill>
              <a:srgbClr val="6B4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que cargaba en 11s ahora carga en 3s. Clave: removeFilters + Calculation Groups.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703320"/>
            <a:ext cx="1463040" cy="0"/>
          </a:xfrm>
          <a:prstGeom prst="line">
            <a:avLst/>
          </a:prstGeom>
          <a:noFill/>
          <a:ln w="25400">
            <a:solidFill>
              <a:srgbClr val="6B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junior con curso completado: ascendió a Sr Analyst con bono de retención. 4 meses post-curso.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3703320"/>
            <a:ext cx="1463040" cy="0"/>
          </a:xfrm>
          <a:prstGeom prst="line">
            <a:avLst/>
          </a:prstGeom>
          <a:noFill/>
          <a:ln w="25400">
            <a:solidFill>
              <a:srgbClr val="6B4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PyME: equipo administrativo recuperó 40 hrs/mes con dataflow + alertas automatizadas.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Tu caso de éxito puede ser el siguiente.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¿Programa Premium es para ti?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si tú...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dominas Power BI a nivel intermedio-avanzado.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el stack completo: BI + Power BI Premium + Python + AI.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Buscas posicionarte como Arquitecto BI / Lead.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Cobras o quieres cobrar retainer mensual.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4 hrs/semana durante 12 semanas.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5778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acceso vitalicio a updates del programa.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 tú...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46520" y="2834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tienes fundamentos sólidos (toma Estándar primero).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34747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te interesa Power BI Premium ni Python.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Buscas certificación Microsoft (PL-300).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46520" y="47548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Eres equipo corporativo (VIP).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arrancamos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tier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Premium — decisión simple basada en tu objetivo.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+ acuerdo firmado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(8% descuento), 2 partes sin recargo o 3 partes (+5%). Acuerdo digital con cláusulas claras.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0" cy="73152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30 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Calibramos nivel real y elegimos tu dataset.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731520" cy="73152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Calendarizamos las sesiones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sesiones, mismo horario cada semana.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731520" cy="731520"/>
          </a:xfrm>
          <a:prstGeom prst="ellipse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en menos de 7 días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Empezamos. Quick win garantizado el primer día.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50000"/>
            </a:avLst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"VAMOS" y arrancamos esta semana.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2BI y no otro curso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con datos reales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genérico. Trabajamos con TUS datos desde el día 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 de producción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que no aparece en YouTube ni en Udemy.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real post-curso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dejamos solo. Soporte WhatsApp con respuesta &lt; 24 hrs.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incluido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Editor, DAX Studio, .pbip + Git desde día 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DAX documentados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8056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reutilizable que usarás por años.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9244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4D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7532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monetización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27532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aprendes. Te enseñamos a cobrar lo que vales.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6B4D8A"/>
          </a:solidFill>
          <a:ln w="12700">
            <a:solidFill>
              <a:srgbClr val="6B4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quien usa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quien lo domina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12 sesiones.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3931920" cy="0"/>
          </a:xfrm>
          <a:prstGeom prst="line">
            <a:avLst/>
          </a:prstGeom>
          <a:noFill/>
          <a:ln w="38100">
            <a:solidFill>
              <a:srgbClr val="6B4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guillermorc44@gmail.com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Premium  ·  Propuesta válida 7 días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2BI · Business Intelligence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2BI — Programa Premium</dc:title>
  <dc:subject>PptxGenJS Presentation</dc:subject>
  <dc:creator>2BI</dc:creator>
  <cp:lastModifiedBy>2BI</cp:lastModifiedBy>
  <cp:revision>1</cp:revision>
  <dcterms:created xsi:type="dcterms:W3CDTF">2026-05-08T04:07:07Z</dcterms:created>
  <dcterms:modified xsi:type="dcterms:W3CDTF">2026-05-08T04:07:07Z</dcterms:modified>
</cp:coreProperties>
</file>